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PPTX Large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81EB"/>
                </a:solidFill>
              </a:rPr>
              <a:t>A test work for generation.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Generated August 07,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6081EB"/>
                </a:solidFill>
              </a:rP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6081EB"/>
                </a:solidFill>
              </a:rPr>
              <a:t>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2918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Knowledge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6081EB"/>
                </a:solidFill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2918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Open Tasks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</a:rPr>
              <a:t>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01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Fact number 499.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Fact number 498.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Fact number 497.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Fact number 496.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Fact number 495.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Fact number 494.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Fact number 493.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Fact number 492.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