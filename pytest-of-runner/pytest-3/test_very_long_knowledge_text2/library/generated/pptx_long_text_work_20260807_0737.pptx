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PPTX Long Text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81EB"/>
                </a:solidFill>
              </a:rPr>
              <a:t>A test work for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Generated August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Knowledge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Open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</a:rPr>
              <a:t>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CCCCCCCCCCCCCCCCCCCCCCCCCCCCCCCCCCCCCCCCCCCCCCCCCCCCCCCCCCCCCCCCCCCCCCCCCCCCCCCCCCCCCCCCCCCCCCCCCCCCCCCCCCCCCCCCCCCCCCCCCCCCCCCCCCCCCCCCCCCCCCCCCCCCCCCCCCCCCCCCCCCCCCCCCCCCCCCCCCCCCCCCCCCCCCCCCCCCCCCCCCCCCCCCCCCCCCCCCCCC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