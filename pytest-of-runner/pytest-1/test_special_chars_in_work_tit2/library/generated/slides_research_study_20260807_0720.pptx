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Slides &amp; &lt;Research&gt; — "Study"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0"/>
            <a:ext cx="8531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081EB"/>
                </a:solidFill>
              </a:rPr>
              <a:t>A test work for generation.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0350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</a:rPr>
              <a:t>Generated August 07,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6081EB"/>
                </a:solidFill>
              </a:rPr>
              <a:t>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48B"/>
                </a:solidFill>
              </a:rPr>
              <a:t>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8288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6081EB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29184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48B"/>
                </a:solidFill>
              </a:rPr>
              <a:t>Knowledge Items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6081EB"/>
                </a:solidFill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29184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48B"/>
                </a:solidFill>
              </a:rPr>
              <a:t>Open Tasks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</a:rPr>
              <a:t>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601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Bullet: a &lt; b &amp; c &gt; d 4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Bullet: a &lt; b &amp; c &gt; d 3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Bullet: a &lt; b &amp; c &gt; d 2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Bullet: a &lt; b &amp; c &gt; d 1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Bullet: a &lt; b &amp; c &gt; d 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